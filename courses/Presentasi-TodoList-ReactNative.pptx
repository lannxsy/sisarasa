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List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•  Expo  •  Firebase Authentication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57600" cy="36576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Teori &amp; Praktik untuk Pemula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 |  File-based Routing  |  Auth State  |  Dark/Light Theme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Agenda Pembelajaran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22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832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Pengenalan Teknologi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1064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React Native, Expo, TypeScript, Firebase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545336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45336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91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Struktur Proyek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Folder &amp; file penting dalam proyek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1343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13432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368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File-Based Routing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6426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Cara kerja navigasi dengan Expo Router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081528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Komponen &amp; Theme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410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ThemedText, ThemedView, light/dark mode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84962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849624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895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Firebase &amp; Auth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1788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Setup Firebase + email/password auth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77724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777240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822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83210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Fitur Register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11064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Teori + kode: createUserWithEmailAndPassword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1545336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545336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15910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03520" y="1600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Fitur Login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18745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Teori + kode: signInWithEmailAndPassword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31343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2313432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303520" y="2368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Home &amp; Logout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03520" y="264261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Auth state, onAuthStateChanged, signOut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081528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3081528"/>
            <a:ext cx="64008" cy="64008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312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4A8A"/>
                </a:solidFill>
              </a:rPr>
              <a:t>09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303520" y="3136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Cara Menjalankan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410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Langkah-langkah menjalankan proyek lokal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Pengenalan Teknologi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196596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React 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78308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Framework open-source oleh Meta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51460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Satu kodebase → iOS, Android, Web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24612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Komponen UI menggunakan JSX/TSX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7772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777240"/>
            <a:ext cx="19659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777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42032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Expo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178308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Tooling &amp; SDK di atas React Native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251460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Mengelola build, update, &amp; deployment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Expo Router untuk navigasi file-based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7772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777240"/>
            <a:ext cx="1965960" cy="594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777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18304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178308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Superset dari JavaScript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251460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Menambahkan tipe data (type safety)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36592" y="324612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84F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Mengurangi bug sebelum runtime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03136" y="777240"/>
            <a:ext cx="1965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777240"/>
            <a:ext cx="196596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03136" y="7772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FB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94576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Firebase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12864" y="178308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Backend-as-a-Service oleh Google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12864" y="251460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Authentication email/password siap pakai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12864" y="3246120"/>
            <a:ext cx="1764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Gratis untuk project skala kecil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Struktur Proyek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7498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Folder &amp; File Utama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todo-list/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3395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_layout.tsx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7327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login.tsx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9293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register.tsx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1259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(tabs)/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322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_layout.tsx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191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index.tsx  ← Home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715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9123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themed-text.tsx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themed-view.tsx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3055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hooks/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use-color-scheme.ts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6987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lib/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895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example-firebase.ts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0919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constants/  •  assets/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731520"/>
            <a:ext cx="4206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Penjelasan File Kunci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app/_layout.tsx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1344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Layout root, setup tema navigasi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15453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app/login.tsx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1746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Halaman login (email + password)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1947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app/register.tsx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2148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Halaman daftar akun baru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2350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(tabs)/_layout.tsx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5511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Guard auth + navigasi tab bawah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0" y="27523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(tabs)/index.tsx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0" y="29535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Home screen setelah login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154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themed-text.tsx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0" y="3355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Teks yang adaptif light/dark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557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themed-view.tsx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3758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Container adaptif light/dark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0" y="3959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use-color-scheme.ts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0" y="41605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Hook deteksi mode gelap/terang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361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example-firebase.ts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45628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Template konfigurasi Firebase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Konsep: File-Based Routing (Expo Router)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64008" cy="411480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Apa itu File-Based Routing?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Setiap file di folder app/ otomatis menjadi route (halaman).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Nama file = URL path.  Contoh: login.tsx → /login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Folder (tabs)/ membuat grup navigasi tab bawah.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File _layout.tsx mendefinisikan layout bersama di folder tersebut.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Tidak perlu konfigurasi router manual — seperti Next.js tapi untuk mobile.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713232"/>
            <a:ext cx="4206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Peta Navigasi Proyek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1280160"/>
            <a:ext cx="1371600" cy="347472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280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 (root)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0" y="2057400"/>
            <a:ext cx="11887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057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/login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2057400"/>
            <a:ext cx="137160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/register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760720" y="2971800"/>
            <a:ext cx="13716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/(tabs)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12080" y="3931920"/>
            <a:ext cx="91440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78040" y="1627632"/>
            <a:ext cx="-1463040" cy="429768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178040" y="1627632"/>
            <a:ext cx="91440" cy="429768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46520" y="2377440"/>
            <a:ext cx="-13716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309360" y="3291840"/>
            <a:ext cx="-64008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212080" y="3931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index.tsx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(Home)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Konsep: Komponen Reusable &amp; Theme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046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Komponen yang bisa dipakai ulang (reusable) memudahkan konsistensi tampilan. Theme system memastikan warna otomatis menyesuaikan mode gelap/terang perangkat.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ThemedText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Komponen teks dengan tema.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688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Props: type='title' | 'subtitle'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| 'default' | 'link'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Warna teks otomatis berganti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sesuai mode gelap/terang.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7124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Contoh: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4224528"/>
            <a:ext cx="265176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&lt;ThemedText type="title"&gt;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Hello World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&lt;/ThemedText&gt;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164592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64592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ThemedView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47288" y="21762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Container/wrapper dengan tema.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47288" y="2688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Berfungsi seperti &lt;div&gt; di web.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47288" y="3200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Background otomatis berubah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antara putih dan hitam.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47288" y="37124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Contoh: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4224528"/>
            <a:ext cx="265176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&lt;ThemedView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style={styles.box}&gt;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{/* konten */}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&lt;/ThemedView&gt;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0" y="1645920"/>
            <a:ext cx="2468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0" y="1645920"/>
            <a:ext cx="2468880" cy="457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useColorScheme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21762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Custom hook untuk deteksi mode.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10528" y="268833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Mengembalikan 'light' atau 'dark'.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0528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Digunakan di komponen Themed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  untuk memilih warna.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10528" y="37124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Contoh: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4224528"/>
            <a:ext cx="237744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315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scheme =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useColorScheme();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'light' | 'dark'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Firebase Authentication – Setup &amp; Konfigurasi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64008" cy="4114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Langkah Setup Firebase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54480" y="12070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Buka console.firebase.google.com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739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54480" y="17739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Buat project baru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40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54480" y="234086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Aktifkan Authentication → Email/Password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907792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077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5448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Tambah Web App → salin firebaseConfig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5448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Copy example-firebase.ts → firebase.ts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4480" y="40416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Isi nilai dari Firebase Console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713232"/>
            <a:ext cx="4206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lib/firebase.ts (setelah diisi)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1188720"/>
            <a:ext cx="4069080" cy="34747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234440"/>
            <a:ext cx="3886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getApps, initializeApp }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'firebase/app';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getAuth }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'firebase/auth';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firebaseConfig = {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apiKey: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'AIzaSy...',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authDomain: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'xxx.firebaseapp.com',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projectId: 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'nama-project',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field lainnya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getApps().length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getApps()[0]
  : initializeApp(firebaseConfig);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= getAuth(app);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app, auth };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Fitur Register – Teori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TEORI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64008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3566"/>
                </a:solidFill>
              </a:rPr>
              <a:t>Alur Proses Register: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978408"/>
            <a:ext cx="11887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isi form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978408"/>
            <a:ext cx="11887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Validasi input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978408"/>
            <a:ext cx="11887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createUserWith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EmailAndPassword()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9224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978408"/>
            <a:ext cx="11887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Berhasil → Home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978408"/>
            <a:ext cx="118872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Gagal → Alert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1719072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1719072"/>
            <a:ext cx="64008" cy="31089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</a:rPr>
              <a:t>Validasi Kosong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Email &amp; password wajib diisi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Jika kosong → Alert 'wajib diisi'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Menggunakan kondisi: if (!email || !password)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27832" y="1719072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27832" y="1719072"/>
            <a:ext cx="64008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Firebase Error Codes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10712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auth/email-already-in-use → Email sudah terdaftar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10712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auth/weak-password → Password &lt; 6 karakter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10712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auth/invalid-email → Format email salah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1344" y="1719072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1719072"/>
            <a:ext cx="64008" cy="3108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Navigasi Setelah Register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64224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Sukses → router.replace('/(tabs)')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64224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Hindari tombol Back ke halaman Register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64224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replace() tidak menambah history navigasi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Fitur Register – Praktik (Kode)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PRAKTIK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5120640" cy="3931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register.tsx – Logika utama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onCreateAccount = 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(!email || !password) {
</a:t>
            </a:r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.alert('Validasi',
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'Email &amp; password wajib');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
  }
  try {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createUserWithEmailAndPassword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      auth, email, password
    );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router.replace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('/(tabs)');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(e: any) {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code = e?.code;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(code===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'auth/email-already-in-use'</a:t>
            </a:r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Alert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.alert(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'Email sudah terdaftar'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error lainnya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0" y="960120"/>
            <a:ext cx="3200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3566"/>
                </a:solidFill>
              </a:rPr>
              <a:t>Penjelasan Baris Kode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417320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() =&gt;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0" y="1636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Fungsi async karena memanggil Firebase yang butuh waktu (promise)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0" y="1984248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984248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!email || !password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203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Validasi: batalkan jika field kosong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2551176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2551176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578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createUser...()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Fungsi Firebase untuk daftar akun baru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3118104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3118104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145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Tunggu sampai Firebase selesai memproses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3685032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3685032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router.replace()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0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Pindah ke Home tanpa bisa kembali ke Register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425196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4251960"/>
            <a:ext cx="6400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e?.code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0" y="4471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Kode error dari Firebase untuk pesan spesifik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Fitur Login – Teori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TEORI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64008" cy="6400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05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3566"/>
                </a:solidFill>
              </a:rPr>
              <a:t>Alur Proses Login: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978408"/>
            <a:ext cx="1188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User isi form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6616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978408"/>
            <a:ext cx="1188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Validasi input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02920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978408"/>
            <a:ext cx="1188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signInWithEmail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AndPassword()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9224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978408"/>
            <a:ext cx="1188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Berhasil → Home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955280" y="1225296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978408"/>
            <a:ext cx="11887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0" y="978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Gagal → Alert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1719072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1719072"/>
            <a:ext cx="64008" cy="3108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Perbedaan Login vs Register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Login: signInWithEmailAndPassword()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Register: createUserWithEmailAndPassword()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Keduanya perlu: auth, email, password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27832" y="1719072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27832" y="1719072"/>
            <a:ext cx="64008" cy="3108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0712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onAuthStateChanged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10712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Listener yang terus memantau status login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10712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Dipanggil saat: user login, logout, atau app buka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10712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Jika user sudah login → langsung ke Home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81344" y="1719072"/>
            <a:ext cx="27432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1719072"/>
            <a:ext cx="64008" cy="31089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84FC"/>
                </a:solidFill>
              </a:rPr>
              <a:t>Normalisasi Email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64224" y="217627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email.trim().toLowerCase()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64224" y="29077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Hapus spasi ekstra di email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64224" y="363931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</a:rPr>
              <a:t>▸  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'User@Gmail.COM' → 'user@gmail.com'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Fitur Login – Praktik (Kode)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58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PRAKTIK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5120640" cy="3931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login.tsx – Logika utama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Redirect jika sudah login
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
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unsub = auth.onAuthStateChanged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 =&gt; {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(user) router.</a:t>
            </a:r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('/(tabs)');
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
  return unsub;
}, [router]);
</a:t>
            </a:r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Fungsi Login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onLogin = 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(!email || !password) { ...
  }
  try {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pPr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signInWithEmailAndPassword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auth, email, password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</a:t>
            </a:r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('/(tabs)');
</a:t>
            </a:r>
            <a:pPr indent="0" marL="0">
              <a:buNone/>
            </a:pPr>
            <a:r>
              <a:rPr lang="en-US" sz="8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Tangani kode error Firebase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0" y="960120"/>
            <a:ext cx="32004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3566"/>
                </a:solidFill>
              </a:rPr>
              <a:t>Penjelasan Baris Kode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141732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417320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4447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0" y="16367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Dipanggil sekali saat komponen muncul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760720" y="1984248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0" y="1984248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onAuthStateChanged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203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Mendeteksi perubahan status login secara real-time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2551176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2551176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25786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unsub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43600" y="2770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Hentikan listener saat komponen dihapus (cleanup)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3118104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3118104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1455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signInWith...()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943600" y="3337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Firebase memeriksa email+password ke server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3685032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60720" y="3685032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37124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router.replace()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43600" y="3904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Pindah ke Home tanpa menambah history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4251960"/>
            <a:ext cx="30175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0" y="4251960"/>
            <a:ext cx="64008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(e)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943600" y="4471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Tangkap error Firebase (salah password, dll)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Home Screen &amp; Logout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663440" cy="4160520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58952"/>
            <a:ext cx="44805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(tabs)/index.tsx
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HomeScreen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
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= useRouter();
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[email, setEmail] = useState(</a:t>
            </a:r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=&gt; {
</a:t>
            </a:r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unsub = auth.onAuthStateChanged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(user =&gt; {
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(!user) {
</a:t>
            </a:r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router.replace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('/login');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return;
        }
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setEmail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(user.email);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
    return unsub;
  }, []);
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onLogout = 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
</a:t>
            </a:r>
            <a:pPr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</a:t>
            </a:r>
            <a:pPr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signOut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(auth);
</a:t>
            </a:r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router.replace</a:t>
            </a:r>
            <a:pPr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('/login');
  };
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212080" y="713232"/>
            <a:ext cx="36576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777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Konsep Kunci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188720"/>
            <a:ext cx="3429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1887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225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Auth Guard di Home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0" y="1490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Jika user == null → langsung redirect ke /login. Melindungi halaman dari akses tanpa login.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303520" y="2103120"/>
            <a:ext cx="3429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210312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user.email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0" y="24048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Property Firebase User berisi email yang digunakan saat register/login.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3017520"/>
            <a:ext cx="3429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3017520"/>
            <a:ext cx="64008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30540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B923C"/>
                </a:solidFill>
              </a:rPr>
              <a:t>signOut(auth)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0" y="33192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Fungsi Firebase untuk logout. Menghapus sesi user dari perangkat.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03520" y="3931920"/>
            <a:ext cx="34290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3931920"/>
            <a:ext cx="64008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9684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</a:rPr>
              <a:t>Tombol Logout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0" y="42336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Pressable dengan style merah. onPress memanggil onLogout() lalu redirect ke /login.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Cara Menjalankan Proyek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233566"/>
          </a:solidFill>
          <a:ln w="12700">
            <a:solidFill>
              <a:srgbClr val="23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691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React Native + Expo + Firebase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64008" cy="4114800"/>
          </a:xfrm>
          <a:prstGeom prst="rect">
            <a:avLst/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7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Langkah-Langkah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72768" y="12070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Clone / download project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1444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&lt;url-project&gt;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20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72768" y="19202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Install dependencies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21579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633472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33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572768" y="2633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Setup Firebase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72768" y="28712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example-firebase.ts → firebase.ts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lalu isi nilai dari Firebase Console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467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72768" y="3346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Jalankan dev server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72768" y="35844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059936"/>
            <a:ext cx="1005840" cy="228600"/>
          </a:xfrm>
          <a:prstGeom prst="roundRect">
            <a:avLst>
              <a:gd name="adj" fmla="val 16000"/>
            </a:avLst>
          </a:prstGeom>
          <a:solidFill>
            <a:srgbClr val="2D4A8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99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72768" y="40599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Buka di perangkat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72768" y="42976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QR dengan Expo Go (Android/iOS)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atau tekan 'w' untuk web browser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713232"/>
            <a:ext cx="42062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3566"/>
                </a:solidFill>
              </a:rPr>
              <a:t>Perintah Terminal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12070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Install packages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444752"/>
            <a:ext cx="3931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Start dev server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157984"/>
            <a:ext cx="3931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1579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2633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Buka Android emulator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71216"/>
            <a:ext cx="3931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 --android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3467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Buka iOS simulator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584448"/>
            <a:ext cx="3931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584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start --ios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40599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Build production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4297680"/>
            <a:ext cx="3931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2D4A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expo build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Ringkasan Materi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Yang Sudah Dipelajari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840480" cy="777240"/>
          </a:xfrm>
          <a:prstGeom prst="rect">
            <a:avLst/>
          </a:prstGeom>
          <a:solidFill>
            <a:srgbClr val="1E2F4A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React Native + Expo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Satu kodebase untuk iOS, Android, Web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840480" cy="777240"/>
          </a:xfrm>
          <a:prstGeom prst="rect">
            <a:avLst/>
          </a:prstGeom>
          <a:solidFill>
            <a:srgbClr val="1E2F4A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78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File-Based Routing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807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Navigasi otomatis dari struktur folder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840480" cy="777240"/>
          </a:xfrm>
          <a:prstGeom prst="rect">
            <a:avLst/>
          </a:prstGeom>
          <a:solidFill>
            <a:srgbClr val="1E2F4A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375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92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Firebase Auth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21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Register &amp; Login dengan email/password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3840480" cy="777240"/>
          </a:xfrm>
          <a:prstGeom prst="rect">
            <a:avLst/>
          </a:prstGeom>
          <a:solidFill>
            <a:srgbClr val="1E2F4A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15087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5636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Auth State Guard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892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onAuthStateChanged melindungi halaman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3840480" cy="777240"/>
          </a:xfrm>
          <a:prstGeom prst="rect">
            <a:avLst/>
          </a:prstGeom>
          <a:solidFill>
            <a:srgbClr val="1E2F4A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4231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780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Komponen Reusable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2807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ThemedText &amp; ThemedView untuk konsistensi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3337560"/>
            <a:ext cx="3840480" cy="777240"/>
          </a:xfrm>
          <a:prstGeom prst="rect">
            <a:avLst/>
          </a:prstGeom>
          <a:solidFill>
            <a:srgbClr val="1E2F4A"/>
          </a:solidFill>
          <a:ln w="6350">
            <a:solidFill>
              <a:srgbClr val="2D4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337560"/>
            <a:ext cx="54864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3924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✓ TypeScript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Kode lebih aman dengan tipe data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</a:rPr>
              <a:t>Selamat belajar &amp; terus berlatih!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Todo List - React Native &amp; Firebase</dc:title>
  <dc:subject>PptxGenJS Presentation</dc:subject>
  <dc:creator>PptxGenJS</dc:creator>
  <cp:lastModifiedBy>PptxGenJS</cp:lastModifiedBy>
  <cp:revision>1</cp:revision>
  <dcterms:created xsi:type="dcterms:W3CDTF">2026-04-06T22:17:22Z</dcterms:created>
  <dcterms:modified xsi:type="dcterms:W3CDTF">2026-04-06T22:17:22Z</dcterms:modified>
</cp:coreProperties>
</file>