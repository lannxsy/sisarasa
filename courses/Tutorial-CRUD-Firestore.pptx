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315200" y="-274320"/>
            <a:ext cx="3200400" cy="594360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7863840" y="-182880"/>
            <a:ext cx="1828800" cy="5486400"/>
          </a:xfrm>
          <a:prstGeom prst="rect">
            <a:avLst/>
          </a:prstGeom>
          <a:solidFill>
            <a:srgbClr val="311A0E"/>
          </a:solidFill>
          <a:ln w="12700">
            <a:solidFill>
              <a:srgbClr val="311A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D7AA"/>
                </a:solidFill>
              </a:rPr>
              <a:t>Tutorial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Firestore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ED7AA"/>
                </a:solidFill>
              </a:rPr>
              <a:t>Panduan Lengkap untuk Pemula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17373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2788920"/>
            <a:ext cx="17373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788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2788920"/>
            <a:ext cx="17373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788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2788920"/>
            <a:ext cx="17373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788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Berdasarkan implementasi app/(tabs)/index.tsx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Firebase  •  Firestore  •  React Native  •  TypeScript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Agenda Tutorial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685800"/>
            <a:ext cx="64008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31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740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Apa itu Firestore?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033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Database NoSQL berbasis dokumen milik Google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508760"/>
            <a:ext cx="64008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1563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Struktur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1856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Koleksi, dokumen, dan field di proyek ini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31720"/>
            <a:ext cx="64008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" y="23865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Setup &amp; Import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679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Cara menginisialisasi db dan import fungsi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54680"/>
            <a:ext cx="64008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8680" y="32095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CREATE – addDoc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502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Menambah todo baru ke Firestore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97764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977640"/>
            <a:ext cx="64008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05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68680" y="40325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READ – onSnapshot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325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Membaca data secara real-time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68580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685800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731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06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349240" y="740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UPDATE – updateDoc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1033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Mengubah field done saat todo dicentang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150876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508760"/>
            <a:ext cx="64008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07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349240" y="1563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DELETE – deleteDoc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1856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Menghapus todo dari Firestore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233172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331720"/>
            <a:ext cx="64008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08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5349240" y="23865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Alur Lengkap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2679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Gambaran besar semua operasi dalam 1 file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3154680"/>
            <a:ext cx="4160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154680"/>
            <a:ext cx="64008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09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5349240" y="32095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Security Rules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3502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Mengamankan data agar hanya pemilik bisa akses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Apa itu Firestore?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1148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658368"/>
            <a:ext cx="64008" cy="4206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731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Cloud Firestore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Database NoSQL berbasis dokumen dari Google Firebase.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Data disimpan sebagai dokumen (mirip JSON), bukan tabel seperti SQL.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Mendukung real-time listener — data di app otomatis update saat ada perubahan.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Gratis untuk penggunaan kecil (Spark plan).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66674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Aman dengan Security Rules — data hanya bisa diakses oleh user yang berhak.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658368"/>
            <a:ext cx="42062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SQL vs Firestore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115568"/>
            <a:ext cx="4114800" cy="475488"/>
          </a:xfrm>
          <a:prstGeom prst="rect">
            <a:avLst/>
          </a:prstGeom>
          <a:solidFill>
            <a:srgbClr val="1C191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155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Konsep SQL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1115568"/>
            <a:ext cx="36576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1155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D7AA"/>
                </a:solidFill>
              </a:rPr>
              <a:t>Konsep Firestore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627632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6276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Database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0840" y="1627632"/>
            <a:ext cx="36576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6276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80C"/>
                </a:solidFill>
              </a:rPr>
              <a:t>Project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139696"/>
            <a:ext cx="4114800" cy="4754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13969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Table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20840" y="2139696"/>
            <a:ext cx="36576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13969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80C"/>
                </a:solidFill>
              </a:rPr>
              <a:t>Collection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651760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6517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20840" y="2651760"/>
            <a:ext cx="36576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26517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80C"/>
                </a:solidFill>
              </a:rPr>
              <a:t>Document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163824"/>
            <a:ext cx="4114800" cy="4754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16382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Column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20840" y="3163824"/>
            <a:ext cx="36576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316382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80C"/>
                </a:solidFill>
              </a:rPr>
              <a:t>Field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675888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6758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JOIN / Query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20840" y="3675888"/>
            <a:ext cx="36576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84848" y="36758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80C"/>
                </a:solidFill>
              </a:rPr>
              <a:t>Query / SubColl.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Struktur Data di Proyek Ini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1148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731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Hierarki Koleksi Firestore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143000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{userId}/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02536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todos/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43230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{todoId}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86207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text: string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291840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done: boolean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721608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createdAt: number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1764792"/>
            <a:ext cx="0" cy="23774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14400" y="2194560"/>
            <a:ext cx="0" cy="23774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663440" y="658368"/>
            <a:ext cx="42062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Penjelasan Setiap Field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97280"/>
            <a:ext cx="64008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43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{userId}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0" y="1143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(string)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0" y="13898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UID unik dari Firebase Auth. Didapat dari user.uid setelah login.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847088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847088"/>
            <a:ext cx="64008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8928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1892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(string)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37760" y="21396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Isi teks todo. Contoh: "Beli susu", "Kerjakan PR".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596896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596896"/>
            <a:ext cx="64008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642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2642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(boolean)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28895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Status selesai. false = belum, true = sudah dicentang.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346704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346704"/>
            <a:ext cx="64008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3924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3392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(number)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37760" y="3639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Timestamp dalam ms. Dibuat dengan Date.now(). Dipakai untuk sorting.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4096512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096512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41422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{todoId}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0" y="4142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(auto)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37760" y="43891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ID dokumen auto-generate oleh Firestore saat addDoc() dipanggil.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Setup &amp; Import Firestore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114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731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917"/>
                </a:solidFill>
              </a:rPr>
              <a:t>lib/firebase.ts — Inisialisasi db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4023360" cy="1892808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43000"/>
            <a:ext cx="37490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getFirestore }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'firebase/firestore';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getApps().length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getApps()[0]
  : initializeApp(config);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getFirestore(app);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app, auth,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658368"/>
            <a:ext cx="42062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917"/>
                </a:solidFill>
              </a:rPr>
              <a:t>app/(tabs)/index.tsx — Import fungsi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14800" cy="1892808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38404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</a:t>
            </a:r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addDoc,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collection,
</a:t>
            </a:r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deleteDoc,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doc,
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onSnapshot,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orderBy,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query,
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updateDoc,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'firebase/firestore';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auth,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'@/lib/firebase';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1821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917"/>
                </a:solidFill>
              </a:rPr>
              <a:t>Fungsi yang Diimport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11296"/>
            <a:ext cx="2057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11296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547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addDoc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813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Tambah dokumen baru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3511296"/>
            <a:ext cx="2057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3511296"/>
            <a:ext cx="64008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3547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onSnapshot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33472" y="3813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Dengarkan perubahan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511296"/>
            <a:ext cx="2057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511296"/>
            <a:ext cx="640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547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updateDoc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3813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Ubah field dokumen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0" y="3511296"/>
            <a:ext cx="2057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3511296"/>
            <a:ext cx="64008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3547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deleteDoc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22592" y="3813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Hapus dokumen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4169664"/>
            <a:ext cx="2057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169664"/>
            <a:ext cx="64008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" y="4471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Referensi koleksi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68880" y="4169664"/>
            <a:ext cx="2057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68880" y="4169664"/>
            <a:ext cx="64008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33472" y="4471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Referensi dokumen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4169664"/>
            <a:ext cx="2057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169664"/>
            <a:ext cx="64008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28032" y="4471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Buat query filter/sort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58000" y="4169664"/>
            <a:ext cx="2057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58000" y="4169664"/>
            <a:ext cx="64008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22592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22592" y="4471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Urutkan hasil query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 — Menambah Todo Baru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12801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658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15568"/>
            <a:ext cx="64008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Teori: addDoc()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554480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554480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5819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addDoc(ref, data)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18013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Fungsi utama untuk membuat dokumen baru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167128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167128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94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collection(db, ...path)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24140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Membuat referensi ke koleksi tujuan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77977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779776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auto-generate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0266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Firestore otomatis buat ID unik — tidak perlu buat manual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392424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392424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19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/ Await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3639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Harus pakai await karena butuh waktu kirim ke server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4005072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005072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325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value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42519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Mengembalikan DocumentReference berisi id dokumen baru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0560" y="1115568"/>
            <a:ext cx="43891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Kode: onAddTodo()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26280" y="1536192"/>
            <a:ext cx="4297680" cy="3182112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627632"/>
            <a:ext cx="4023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onAddTodo =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Ambil &amp; validasi input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newTodoText.trim();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(!text || !userId)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Simpan ke Firestore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addDoc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collection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(db,
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'users', userId, 'todos'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
    {
</a:t>
            </a:r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done: 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createdAt: Date.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
    }
  );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Reset &amp; tutup modal
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setNewTodoText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setModalVisible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 — Membaca Data Real-time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12801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658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15568"/>
            <a:ext cx="64008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Teori: onSnapshot()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554480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554480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5819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onSnapshot(q, cb)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18013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Listener real-time — callback dipanggil setiap ada perubahan 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167128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167128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94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query(ref, ...filter)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24140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Buat query dengan filter/sorting sebelum listen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77977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77977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orderBy('createdAt','desc')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30266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Urutkan todo dari terbaru ke terlama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392424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392424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19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snap.docs.map()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639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Konversi hasil snapshot menjadi array objek JS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4005072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005072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325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unsubscribe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42519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Penting! Hentikan listener saat komponen dihapus dari UI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0560" y="1115568"/>
            <a:ext cx="43891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Kode: useEffect + onSnapshot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26280" y="1536192"/>
            <a:ext cx="4297680" cy="3182112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627632"/>
            <a:ext cx="4023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(!userId)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Buat query dengan sorting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collection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(db,
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'users', userId, 'todos'),
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orderBy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('createdAt', 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'desc'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  );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Dengarkan perubahan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onSnapshot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(q,
    (snap) =&gt; {
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setTodos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snap.docs.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=&gt; ({
</a:t>
            </a:r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id: d.id,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...d.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
        }))
      );
    }
  );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Cleanup saat unmount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unsubscribe;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[userId]);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UPDATE — Mengubah Status Todo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12801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658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15568"/>
            <a:ext cx="64008" cy="3657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Teori: updateDoc()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554480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554480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5819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updateDoc(ref, data)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18013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Mengubah satu atau beberapa field — field lain TIDAK terhapus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167128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167128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94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doc(db, ...path, id)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24140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Membuat referensi ke dokumen spesifik berdasarkan ID-nya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77977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779776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 update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0266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Cukup kirim field yang ingin diubah, bukan seluruh dokumen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392424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392424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19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!todo.done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3639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Toggle: jika done=false maka jadi true, dan sebaliknya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4005072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005072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325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42519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Tetap butuh await karena operasi async ke server Firebase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0560" y="1115568"/>
            <a:ext cx="43891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Kode: onToggleDone()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26280" y="1536192"/>
            <a:ext cx="4297680" cy="3182112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627632"/>
            <a:ext cx="4023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onToggleDone =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(todo: Todo) =&gt; {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(!userId)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Buat referensi ke dokumen spesifik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docRef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db,
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'users', userId, 'todos',
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todo.id  // ID dokumen target
  );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 hanya field 'done'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updateDoc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(docRef, {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done: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todo.done, // toggle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DELETE — Menghapus Todo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12801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658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15568"/>
            <a:ext cx="64008" cy="3657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Teori: deleteDoc()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554480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554480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5819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deleteDoc(ref)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18013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Menghapus seluruh dokumen secara permanen dari Firestore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167128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167128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94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doc(db, ...path, id)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24140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Sama seperti UPDATE — butuh referensi dokumen dulu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77977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779776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Alert.alert()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0266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Konfirmasi sebelum hapus agar user tidak salah klik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392424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392424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19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style: 'destructive'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3639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Membuat tombol muncul merah di iOS sebagai peringatan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4005072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005072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325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 callback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42519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deleteDoc() dipanggil di dalam callback setelah konfirmasi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0560" y="1115568"/>
            <a:ext cx="43891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Kode: onDelete()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26280" y="1536192"/>
            <a:ext cx="4297680" cy="3182112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627632"/>
            <a:ext cx="4023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onDelete = (todo: Todo) =&gt; {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(!userId)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Konfirmasi dulu via Alert
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'Hapus Todo',
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`Hapus "${todo.text}"?`,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text: 'Batal', style: 'cancel' },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
        text: 'Hapus',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style: </a:t>
            </a:r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'destructive'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2. Hapus dokumen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onPress: () =&gt;
</a:t>
            </a:r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deleteDoc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doc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(db,
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'users',userId,
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'todos',todo.id)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Alur Lengkap CRUD di index.tsx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917"/>
                </a:solidFill>
              </a:rPr>
              <a:t>State yang Dibutuhkan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[userId,   setUserId]  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[todos,    setTodos]   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[newText,  setNewText] 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[modal,    setModal]    =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658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917"/>
                </a:solidFill>
              </a:rPr>
              <a:t>Ringkasan 4 Operasi CRUD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475488"/>
          </a:xfrm>
          <a:prstGeom prst="rect">
            <a:avLst/>
          </a:prstGeom>
          <a:solidFill>
            <a:srgbClr val="1C1917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60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ED7AA"/>
                </a:solidFill>
              </a:rPr>
              <a:t>Operasi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23560" y="9601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Fungsi Firestore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40880" y="960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Dipicu oleh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472184"/>
            <a:ext cx="4297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472184"/>
            <a:ext cx="6400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721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CREATE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14721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addDoc()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40880" y="14721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onAddTodo()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1984248"/>
            <a:ext cx="4297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984248"/>
            <a:ext cx="64008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8424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READ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23560" y="19842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onSnapshot()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40880" y="19842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useEffect saat userId berubah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496312"/>
            <a:ext cx="4297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496312"/>
            <a:ext cx="6400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4963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UPDATE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24963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updateDoc()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40880" y="2496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onToggleDone()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3008376"/>
            <a:ext cx="4297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008376"/>
            <a:ext cx="64008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083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DELETE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30083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deleteDoc()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0" y="30083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onDelete()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22860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917"/>
                </a:solidFill>
              </a:rPr>
              <a:t>Alur Data di Aplikasi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633472"/>
            <a:ext cx="150876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26334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83080" y="2962656"/>
            <a:ext cx="4114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2633472"/>
            <a:ext cx="1508760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920240" y="26334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State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29000" y="2962656"/>
            <a:ext cx="4114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2633472"/>
            <a:ext cx="150876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566160" y="26334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Firestore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(Cloud)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74920" y="2962656"/>
            <a:ext cx="4114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2633472"/>
            <a:ext cx="150876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212080" y="26334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onSnapshot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Callback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20840" y="2962656"/>
            <a:ext cx="4114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2633472"/>
            <a:ext cx="1508760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58000" y="26334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setTodos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(State)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5448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addDoc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updateDoc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deleteDoc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20040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Write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operasi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4632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Trigger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listener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9224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Update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UI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3913632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91363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FlatList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508760" y="3913632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data={todos}  →  Merender ulang otomatis setiap kali todos state berubah. Real-time tanpa refresh manual.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Firestore Security Rules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D7AA"/>
                </a:solidFill>
              </a:rPr>
              <a:t>CRUD Firestore — Todo List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859536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  Aturan allow read, write: if true; hanya untuk testing! Jangan dipakai di production.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3350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Rules Testing (Sementara)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4023360" cy="3108960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5564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rules_version = 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cloud.firestore {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/databases/{database}/
  documents {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/{document=**} {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read, write: if 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⚠ Semua orang bisa baca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&amp; tulis data!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4206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335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Rules Production (Aman)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664208"/>
            <a:ext cx="4114800" cy="3108960"/>
          </a:xfrm>
          <a:prstGeom prst="rect">
            <a:avLst/>
          </a:prstGeom>
          <a:solidFill>
            <a:srgbClr val="1C191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5564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rules_version = </a:t>
            </a:r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cloud.firestore {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/databases/{database}/
  documents {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/users/{userId}/{doc=**}{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read, write: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request.auth != null
        &amp;&amp; request.auth.uid
           == userId;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Hanya pemilik yang bisa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akses data miliknya!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132320" y="-457200"/>
            <a:ext cx="3200400" cy="6400800"/>
          </a:xfrm>
          <a:prstGeom prst="rect">
            <a:avLst/>
          </a:prstGeom>
          <a:solidFill>
            <a:srgbClr val="211008"/>
          </a:solidFill>
          <a:ln w="12700">
            <a:solidFill>
              <a:srgbClr val="2110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Ringkasan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CRUD Firestore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766560" cy="640080"/>
          </a:xfrm>
          <a:prstGeom prst="rect">
            <a:avLst/>
          </a:prstGeom>
          <a:solidFill>
            <a:srgbClr val="2A181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27632"/>
            <a:ext cx="64008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92224"/>
            <a:ext cx="329184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68249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— addDoc(collection, data)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95681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3D1"/>
                </a:solidFill>
              </a:rPr>
              <a:t>Tambah dokumen baru, ID auto-generate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6766560" cy="640080"/>
          </a:xfrm>
          <a:prstGeom prst="rect">
            <a:avLst/>
          </a:prstGeom>
          <a:solidFill>
            <a:srgbClr val="2A1810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7744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542032"/>
            <a:ext cx="329184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43230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  — onSnapshot(query, callback)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" y="270662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3D1"/>
                </a:solidFill>
              </a:rPr>
              <a:t>Dengarkan perubahan data secara real-time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27248"/>
            <a:ext cx="6766560" cy="640080"/>
          </a:xfrm>
          <a:prstGeom prst="rect">
            <a:avLst/>
          </a:prstGeom>
          <a:solidFill>
            <a:srgbClr val="2A181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27248"/>
            <a:ext cx="64008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291840"/>
            <a:ext cx="32918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318211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— updateDoc(docRef, fields)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" y="345643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3D1"/>
                </a:solidFill>
              </a:rPr>
              <a:t>Ubah sebagian field tanpa hapus yang lain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877056"/>
            <a:ext cx="6766560" cy="640080"/>
          </a:xfrm>
          <a:prstGeom prst="rect">
            <a:avLst/>
          </a:prstGeom>
          <a:solidFill>
            <a:srgbClr val="2A1810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877056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041648"/>
            <a:ext cx="32918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9319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— deleteDoc(docRef)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" y="420624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3D1"/>
                </a:solidFill>
              </a:rPr>
              <a:t>Hapus dokumen permanen dari Firestore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A580C"/>
                </a:solidFill>
              </a:rPr>
              <a:t>Selamat belajar &amp; terus berlatih! 🔥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CRUD Firestore – Todo List</dc:title>
  <dc:subject>PptxGenJS Presentation</dc:subject>
  <dc:creator>PptxGenJS</dc:creator>
  <cp:lastModifiedBy>PptxGenJS</cp:lastModifiedBy>
  <cp:revision>1</cp:revision>
  <dcterms:created xsi:type="dcterms:W3CDTF">2026-04-06T23:30:45Z</dcterms:created>
  <dcterms:modified xsi:type="dcterms:W3CDTF">2026-04-06T23:30:45Z</dcterms:modified>
</cp:coreProperties>
</file>